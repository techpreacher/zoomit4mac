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68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40"/>
    <p:restoredTop sz="94675"/>
  </p:normalViewPr>
  <p:slideViewPr>
    <p:cSldViewPr snapToGrid="0">
      <p:cViewPr varScale="1">
        <p:scale>
          <a:sx n="88" d="100"/>
          <a:sy n="88" d="100"/>
        </p:scale>
        <p:origin x="184" y="8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91E61-1A4A-B790-DB9B-89FAAEF64E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89D79F3-F907-D326-0DF9-431E7B3297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7F8C79-D2A4-27F9-39B8-BB65F1DF5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FCE93-5394-124C-B80F-9C935E9A46AE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AB6807-0F45-28D9-82D1-DDEDC0D92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1371A3-E5D1-EE33-0BEB-2015BF482B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77DC0-89AD-B245-A74E-1CC4DA8A4E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2934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CE21A-445F-0DF6-EC66-BB7E1EC432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628951-FA69-7450-316D-6F71D6F807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B40E8-5391-3ECA-746B-4FE5FBEB12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FCE93-5394-124C-B80F-9C935E9A46AE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BFC3AA-1055-9E03-810B-03F9713D3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44B7C7-D128-7234-EC85-BA249724C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77DC0-89AD-B245-A74E-1CC4DA8A4E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27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922F19-901F-F4A6-0D8F-D0CC0820A5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6150F8-6900-E6DE-908A-2721CA39CD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8C9630-272C-58C3-99D7-EED6EEACB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FCE93-5394-124C-B80F-9C935E9A46AE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D2431C-21B4-DD13-C8B4-A001C2FB1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93CBCD-1D79-10BB-924A-B31924D52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77DC0-89AD-B245-A74E-1CC4DA8A4E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0945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7DBC1-4D00-08C1-E9C7-0C392627F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024C3C-0E4F-A2DE-A32D-1FB972DB5C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19A7BC-6D38-AFB6-8DCD-1E2241CB5C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B0D5E7-44C4-A272-367F-997536E85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FCE93-5394-124C-B80F-9C935E9A46AE}" type="datetimeFigureOut">
              <a:rPr lang="en-US" smtClean="0"/>
              <a:t>7/16/26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0CB009-DC59-1E18-EBF1-88E002448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3043A4-EDC1-1027-C4E1-F1C5172A84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77DC0-89AD-B245-A74E-1CC4DA8A4E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4580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2E0EB4-E52E-C25C-3EE7-A28BB66607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678FD8-03BB-A098-0DB2-26D4276776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B6BD2F-8624-53BB-DE68-1C9E3491E7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904AA6-BC38-AFC3-2068-B0E43A9923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EC1858-E0D9-FD41-CF60-8FD41C3E8D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8C4CC5D-21AF-D9AB-8AA6-EF5C3B414E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FCE93-5394-124C-B80F-9C935E9A46AE}" type="datetimeFigureOut">
              <a:rPr lang="en-US" smtClean="0"/>
              <a:t>7/16/26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A263443-07A1-33BB-0EE6-407658ABC3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98C8FF4-122B-EBF9-32C1-78ACE5707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77DC0-89AD-B245-A74E-1CC4DA8A4E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3539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E6453-C339-E64E-7235-76E87AAC3B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762E6F-8AE7-25DD-8C96-B06225F87B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FCE93-5394-124C-B80F-9C935E9A46AE}" type="datetimeFigureOut">
              <a:rPr lang="en-US" smtClean="0"/>
              <a:t>7/16/26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BD8974E-416B-CFE0-B398-BD20E54226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8F4A55-8670-07E5-EACB-598D07759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77DC0-89AD-B245-A74E-1CC4DA8A4E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007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5520C3-540F-61F5-B651-3B22574851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FCE93-5394-124C-B80F-9C935E9A46AE}" type="datetimeFigureOut">
              <a:rPr lang="en-US" smtClean="0"/>
              <a:t>7/16/26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1499B52-FB75-EF79-FDA8-33BEA5363E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F09C2E-9F6C-39BD-FAB9-1FE1654CC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77DC0-89AD-B245-A74E-1CC4DA8A4E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33891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A6E566-AB03-ED7D-B48C-700BD054B9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00E875-8D2D-94D1-9D14-3DD8B38700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A80B78-A1E8-DB26-85F3-836BD81A53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D70805-5BBA-CB8F-9C6D-194E923C88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FCE93-5394-124C-B80F-9C935E9A46AE}" type="datetimeFigureOut">
              <a:rPr lang="en-US" smtClean="0"/>
              <a:t>7/16/26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BC7F42-99AB-50B7-1FB2-F8AF4F089D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6AB464-9860-ABEE-A74A-A410C4C2CF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77DC0-89AD-B245-A74E-1CC4DA8A4E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8492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E2185D-856C-7A4B-8BC7-523C9AA96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3BE36AC-AC32-2597-C3FA-D3C90DD950E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9EEC6-6AFB-FFD5-A703-0FA71283AD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96C5A7-C205-43EA-88F5-11AA87971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FCE93-5394-124C-B80F-9C935E9A46AE}" type="datetimeFigureOut">
              <a:rPr lang="en-US" smtClean="0"/>
              <a:t>7/16/26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47F7DF-B5AF-88F1-05E1-D9B43892A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1A2988-F4B4-3D34-E316-4518D1476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77DC0-89AD-B245-A74E-1CC4DA8A4E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4308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EEB15-26EC-0F7B-AC35-364DD77797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11339D-0407-C16E-541A-7516DA1CF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3337AB-4709-1587-389C-D984C5C10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FCE93-5394-124C-B80F-9C935E9A46AE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8E7A63-8CB8-3142-955B-AAF0389A4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64F634-FD11-3BA5-8E09-856DAC7C7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77DC0-89AD-B245-A74E-1CC4DA8A4E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21116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6940487-A66A-44B5-1852-E3E432F717B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21A3F56-F688-888D-5BF2-BF5268100F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739123-B9CA-9D22-D715-456AE6D0C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FCE93-5394-124C-B80F-9C935E9A46AE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C69DCA-E7A4-D42A-1661-E3A9C3B8C8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6A001E-8C39-A250-5E0D-94CB53F05D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77DC0-89AD-B245-A74E-1CC4DA8A4E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8235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65E8D3-41E1-3B2F-A05F-7EDFE37758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90B437-4BB0-9D90-D29A-AEE72BCA47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92AC3E-FD58-5369-FEA2-42B4437735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CFCE93-5394-124C-B80F-9C935E9A46AE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8B9D36-58E5-FB2B-97D1-55BD3A8253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E6E1E6-BDFB-CCFD-7AA5-D4395F794F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A77DC0-89AD-B245-A74E-1CC4DA8A4E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446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21E26A-2CEF-AC12-DC5B-DB2A103536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4"/>
            <a:ext cx="9144000" cy="1446666"/>
          </a:xfrm>
        </p:spPr>
        <p:txBody>
          <a:bodyPr/>
          <a:lstStyle/>
          <a:p>
            <a:r>
              <a:rPr lang="en-US" dirty="0">
                <a:latin typeface="Ubuntu Medium" panose="020B0504030602030204" pitchFamily="34" charset="0"/>
                <a:ea typeface="Google Sans" pitchFamily="2" charset="0"/>
                <a:cs typeface="Google Sans" pitchFamily="2" charset="0"/>
              </a:rPr>
              <a:t>ZoomIt4Mac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CF4FA13-1CBA-F1E6-B6DC-E90867D427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0400" y="2569030"/>
            <a:ext cx="3251200" cy="325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18293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DE828-82D6-D0DF-7310-0AD94A4FC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B34680D-F6CC-C979-5CF9-2A93A92C721C}"/>
              </a:ext>
            </a:extLst>
          </p:cNvPr>
          <p:cNvSpPr/>
          <p:nvPr/>
        </p:nvSpPr>
        <p:spPr>
          <a:xfrm>
            <a:off x="0" y="1306286"/>
            <a:ext cx="12192000" cy="4644571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rgbClr val="FF868E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EA39BF-097D-D9FD-CD8C-B7F19EA3ED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4"/>
            <a:ext cx="9144000" cy="1446666"/>
          </a:xfrm>
        </p:spPr>
        <p:txBody>
          <a:bodyPr/>
          <a:lstStyle/>
          <a:p>
            <a:r>
              <a:rPr lang="en-US" dirty="0">
                <a:latin typeface="Ubuntu Medium" panose="020B0504030602030204" pitchFamily="34" charset="0"/>
                <a:ea typeface="Google Sans" pitchFamily="2" charset="0"/>
                <a:cs typeface="Google Sans" pitchFamily="2" charset="0"/>
              </a:rPr>
              <a:t>ZoomIt4Mac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513749-F4B9-3751-FFC3-3567EE966C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0400" y="2569030"/>
            <a:ext cx="3251200" cy="325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20992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</TotalTime>
  <Words>2</Words>
  <Application>Microsoft Macintosh PowerPoint</Application>
  <PresentationFormat>Widescreen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Ubuntu Medium</vt:lpstr>
      <vt:lpstr>Office Theme</vt:lpstr>
      <vt:lpstr>ZoomIt4Mac</vt:lpstr>
      <vt:lpstr>ZoomIt4Mac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Sascha P. Corti</dc:creator>
  <cp:lastModifiedBy>Sascha P. Corti</cp:lastModifiedBy>
  <cp:revision>2</cp:revision>
  <dcterms:created xsi:type="dcterms:W3CDTF">2026-07-16T04:09:56Z</dcterms:created>
  <dcterms:modified xsi:type="dcterms:W3CDTF">2026-07-16T06:05:00Z</dcterms:modified>
</cp:coreProperties>
</file>