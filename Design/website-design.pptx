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97"/>
    <p:restoredTop sz="94689"/>
  </p:normalViewPr>
  <p:slideViewPr>
    <p:cSldViewPr snapToGrid="0">
      <p:cViewPr varScale="1">
        <p:scale>
          <a:sx n="123" d="100"/>
          <a:sy n="123" d="100"/>
        </p:scale>
        <p:origin x="232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1E61-1A4A-B790-DB9B-89FAAEF64E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9D79F3-F907-D326-0DF9-431E7B3297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F8C79-D2A4-27F9-39B8-BB65F1DF5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FCE93-5394-124C-B80F-9C935E9A46AE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B6807-0F45-28D9-82D1-DDEDC0D92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371A3-E5D1-EE33-0BEB-2015BF482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77DC0-89AD-B245-A74E-1CC4DA8A4E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93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CE21A-445F-0DF6-EC66-BB7E1EC43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28951-FA69-7450-316D-6F71D6F80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B40E8-5391-3ECA-746B-4FE5FBEB1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FCE93-5394-124C-B80F-9C935E9A46AE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FC3AA-1055-9E03-810B-03F9713D3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4B7C7-D128-7234-EC85-BA249724C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77DC0-89AD-B245-A74E-1CC4DA8A4E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27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22F19-901F-F4A6-0D8F-D0CC0820A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6150F8-6900-E6DE-908A-2721CA39C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8C9630-272C-58C3-99D7-EED6EEACB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FCE93-5394-124C-B80F-9C935E9A46AE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2431C-21B4-DD13-C8B4-A001C2FB1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3CBCD-1D79-10BB-924A-B31924D52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77DC0-89AD-B245-A74E-1CC4DA8A4E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094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7DBC1-4D00-08C1-E9C7-0C392627F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24C3C-0E4F-A2DE-A32D-1FB972DB5C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19A7BC-6D38-AFB6-8DCD-1E2241CB5C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B0D5E7-44C4-A272-367F-997536E85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FCE93-5394-124C-B80F-9C935E9A46AE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0CB009-DC59-1E18-EBF1-88E002448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3043A4-EDC1-1027-C4E1-F1C5172A8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77DC0-89AD-B245-A74E-1CC4DA8A4E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458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0EB4-E52E-C25C-3EE7-A28BB6660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678FD8-03BB-A098-0DB2-26D427677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B6BD2F-8624-53BB-DE68-1C9E3491E7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904AA6-BC38-AFC3-2068-B0E43A9923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EC1858-E0D9-FD41-CF60-8FD41C3E8D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C4CC5D-21AF-D9AB-8AA6-EF5C3B414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FCE93-5394-124C-B80F-9C935E9A46AE}" type="datetimeFigureOut">
              <a:rPr lang="en-US" smtClean="0"/>
              <a:t>7/16/26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263443-07A1-33BB-0EE6-407658ABC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8C8FF4-122B-EBF9-32C1-78ACE5707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77DC0-89AD-B245-A74E-1CC4DA8A4E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353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E6453-C339-E64E-7235-76E87AAC3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762E6F-8AE7-25DD-8C96-B06225F87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FCE93-5394-124C-B80F-9C935E9A46AE}" type="datetimeFigureOut">
              <a:rPr lang="en-US" smtClean="0"/>
              <a:t>7/16/26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D8974E-416B-CFE0-B398-BD20E5422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8F4A55-8670-07E5-EACB-598D07759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77DC0-89AD-B245-A74E-1CC4DA8A4E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00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5520C3-540F-61F5-B651-3B2257485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FCE93-5394-124C-B80F-9C935E9A46AE}" type="datetimeFigureOut">
              <a:rPr lang="en-US" smtClean="0"/>
              <a:t>7/16/26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499B52-FB75-EF79-FDA8-33BEA5363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F09C2E-9F6C-39BD-FAB9-1FE1654CC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77DC0-89AD-B245-A74E-1CC4DA8A4E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389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6E566-AB03-ED7D-B48C-700BD054B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0E875-8D2D-94D1-9D14-3DD8B3870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A80B78-A1E8-DB26-85F3-836BD81A53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D70805-5BBA-CB8F-9C6D-194E923C8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FCE93-5394-124C-B80F-9C935E9A46AE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C7F42-99AB-50B7-1FB2-F8AF4F089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6AB464-9860-ABEE-A74A-A410C4C2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77DC0-89AD-B245-A74E-1CC4DA8A4E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849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2185D-856C-7A4B-8BC7-523C9AA96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BE36AC-AC32-2597-C3FA-D3C90DD950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9EEC6-6AFB-FFD5-A703-0FA71283AD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96C5A7-C205-43EA-88F5-11AA87971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FCE93-5394-124C-B80F-9C935E9A46AE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47F7DF-B5AF-88F1-05E1-D9B43892A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1A2988-F4B4-3D34-E316-4518D1476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77DC0-89AD-B245-A74E-1CC4DA8A4E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430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EEB15-26EC-0F7B-AC35-364DD7779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11339D-0407-C16E-541A-7516DA1CF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337AB-4709-1587-389C-D984C5C10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FCE93-5394-124C-B80F-9C935E9A46AE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E7A63-8CB8-3142-955B-AAF0389A4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4F634-FD11-3BA5-8E09-856DAC7C7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77DC0-89AD-B245-A74E-1CC4DA8A4E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111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940487-A66A-44B5-1852-E3E432F717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1A3F56-F688-888D-5BF2-BF5268100F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39123-B9CA-9D22-D715-456AE6D0C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FCE93-5394-124C-B80F-9C935E9A46AE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69DCA-E7A4-D42A-1661-E3A9C3B8C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6A001E-8C39-A250-5E0D-94CB53F05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77DC0-89AD-B245-A74E-1CC4DA8A4E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823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65E8D3-41E1-3B2F-A05F-7EDFE3775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90B437-4BB0-9D90-D29A-AEE72BCA47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2AC3E-FD58-5369-FEA2-42B4437735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CFCE93-5394-124C-B80F-9C935E9A46AE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8B9D36-58E5-FB2B-97D1-55BD3A8253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6E1E6-BDFB-CCFD-7AA5-D4395F794F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A77DC0-89AD-B245-A74E-1CC4DA8A4E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446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1E26A-2CEF-AC12-DC5B-DB2A103536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1446666"/>
          </a:xfrm>
        </p:spPr>
        <p:txBody>
          <a:bodyPr/>
          <a:lstStyle/>
          <a:p>
            <a:r>
              <a:rPr lang="en-US" dirty="0">
                <a:latin typeface="Ubuntu Medium" panose="020B0504030602030204" pitchFamily="34" charset="0"/>
                <a:ea typeface="Google Sans" pitchFamily="2" charset="0"/>
                <a:cs typeface="Google Sans" pitchFamily="2" charset="0"/>
              </a:rPr>
              <a:t>ZoomIt4Mac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F4FA13-1CBA-F1E6-B6DC-E90867D42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400" y="2569030"/>
            <a:ext cx="3251200" cy="325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829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DE828-82D6-D0DF-7310-0AD94A4FC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B34680D-F6CC-C979-5CF9-2A93A92C721C}"/>
              </a:ext>
            </a:extLst>
          </p:cNvPr>
          <p:cNvSpPr/>
          <p:nvPr/>
        </p:nvSpPr>
        <p:spPr>
          <a:xfrm>
            <a:off x="2296390" y="467304"/>
            <a:ext cx="7772401" cy="548355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FF868E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EA39BF-097D-D9FD-CD8C-B7F19EA3ED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6390" y="1735282"/>
            <a:ext cx="7772400" cy="1000003"/>
          </a:xfrm>
        </p:spPr>
        <p:txBody>
          <a:bodyPr/>
          <a:lstStyle/>
          <a:p>
            <a:r>
              <a:rPr lang="en-US" dirty="0">
                <a:latin typeface="Ubuntu Medium" panose="020B0504030602030204" pitchFamily="34" charset="0"/>
                <a:ea typeface="Google Sans" pitchFamily="2" charset="0"/>
                <a:cs typeface="Google Sans" pitchFamily="2" charset="0"/>
              </a:rPr>
              <a:t>ZoomIt4Mac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513749-F4B9-3751-FFC3-3567EE966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4771" y="2644897"/>
            <a:ext cx="2955637" cy="29556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0B142A-CBE4-C1AF-B0FB-9D04BBA70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6391" y="467304"/>
            <a:ext cx="7772400" cy="131012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5E98A8C-D2C0-8960-3430-904DA1FD5B9C}"/>
              </a:ext>
            </a:extLst>
          </p:cNvPr>
          <p:cNvSpPr txBox="1">
            <a:spLocks/>
          </p:cNvSpPr>
          <p:nvPr/>
        </p:nvSpPr>
        <p:spPr>
          <a:xfrm>
            <a:off x="2303318" y="5448197"/>
            <a:ext cx="7772400" cy="4293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latin typeface="Ubuntu Medium" panose="020B0504030602030204" pitchFamily="34" charset="0"/>
                <a:ea typeface="Google Sans" pitchFamily="2" charset="0"/>
                <a:cs typeface="Google Sans" pitchFamily="2" charset="0"/>
              </a:rPr>
              <a:t>https://zoomit4mac.corti.com</a:t>
            </a:r>
          </a:p>
        </p:txBody>
      </p:sp>
    </p:spTree>
    <p:extLst>
      <p:ext uri="{BB962C8B-B14F-4D97-AF65-F5344CB8AC3E}">
        <p14:creationId xmlns:p14="http://schemas.microsoft.com/office/powerpoint/2010/main" val="582099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9</Words>
  <Application>Microsoft Macintosh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Ubuntu Medium</vt:lpstr>
      <vt:lpstr>Office Theme</vt:lpstr>
      <vt:lpstr>ZoomIt4Mac</vt:lpstr>
      <vt:lpstr>ZoomIt4Mac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Sascha P. Corti</dc:creator>
  <cp:lastModifiedBy>Sascha P. Corti</cp:lastModifiedBy>
  <cp:revision>4</cp:revision>
  <dcterms:created xsi:type="dcterms:W3CDTF">2026-07-16T04:09:56Z</dcterms:created>
  <dcterms:modified xsi:type="dcterms:W3CDTF">2026-07-16T08:12:42Z</dcterms:modified>
</cp:coreProperties>
</file>